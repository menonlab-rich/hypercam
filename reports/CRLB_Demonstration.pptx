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slideLayouts/slideLayout1.xml" ContentType="application/vnd.openxmlformats-officedocument.presentationml.slideLayout+xml"/>
  <Override PartName="/ppt/slides/slide1.xml" ContentType="application/vnd.openxmlformats-officedocument.presentationml.slide+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Lst>
  <p:sldSz cx="10080625" cy="5670550"/>
  <p:notesSz cx="7772400" cy="100584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p:spTree>
      <p:nvGrpSpPr>
        <p:cNvPr id="1" name=""/>
        <p:cNvGrpSpPr/>
        <p:nvPr/>
      </p:nvGrpSpPr>
      <p:grpSpPr>
        <a:xfrm>
          <a:off x="0" y="0"/>
          <a:ext cx="0" cy="0"/>
          <a:chOff x="0" y="0"/>
          <a:chExt cx="0" cy="0"/>
        </a:xfrm>
      </p:grpSpPr>
      <p:sp>
        <p:nvSpPr>
          <p:cNvPr id="7" name="PlaceHolder 1"/>
          <p:cNvSpPr>
            <a:spLocks noGrp="1"/>
          </p:cNvSpPr>
          <p:nvPr>
            <p:ph type="title"/>
          </p:nvPr>
        </p:nvSpPr>
        <p:spPr>
          <a:xfrm>
            <a:off x="504000" y="226080"/>
            <a:ext cx="9071640" cy="946440"/>
          </a:xfrm>
          <a:prstGeom prst="rect">
            <a:avLst/>
          </a:prstGeom>
          <a:noFill/>
          <a:ln w="0">
            <a:noFill/>
          </a:ln>
        </p:spPr>
        <p:txBody>
          <a:bodyPr lIns="0" tIns="0" rIns="0" bIns="0" anchor="ctr">
            <a:spAutoFit/>
          </a:bodyPr>
          <a:p>
            <a:pPr indent="0" algn="ctr">
              <a:buNone/>
            </a:pPr>
            <a:endParaRPr lang="en-US" sz="4400" b="0" u="none" strike="noStrike">
              <a:solidFill>
                <a:srgbClr val="000000"/>
              </a:solidFill>
              <a:effectLst/>
              <a:uFillTx/>
              <a:latin typeface="DejaVu Sans"/>
            </a:endParaRPr>
          </a:p>
        </p:txBody>
      </p:sp>
      <p:sp>
        <p:nvSpPr>
          <p:cNvPr id="8" name="PlaceHolder 2"/>
          <p:cNvSpPr>
            <a:spLocks noGrp="1"/>
          </p:cNvSpPr>
          <p:nvPr>
            <p:ph type="subTitle"/>
          </p:nvPr>
        </p:nvSpPr>
        <p:spPr>
          <a:xfrm>
            <a:off x="504000" y="1326600"/>
            <a:ext cx="9071640" cy="3288240"/>
          </a:xfrm>
          <a:prstGeom prst="rect">
            <a:avLst/>
          </a:prstGeom>
          <a:noFill/>
          <a:ln w="0">
            <a:noFill/>
          </a:ln>
        </p:spPr>
        <p:txBody>
          <a:bodyPr lIns="0" tIns="0" rIns="0" bIns="0" anchor="ctr">
            <a:spAutoFit/>
          </a:bodyPr>
          <a:p>
            <a:pPr indent="0" algn="ctr">
              <a:buNone/>
            </a:pPr>
            <a:endParaRPr lang="en-US" sz="3200" b="0" u="none" strike="noStrike">
              <a:solidFill>
                <a:srgbClr val="000000"/>
              </a:solidFill>
              <a:effectLst/>
              <a:uFillTx/>
              <a:latin typeface="DejaVu Sans"/>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40B846B2-565B-4733-AE9B-AC8B110775E6}" type="slidenum">
              <a:t>&lt;#&gt;</a:t>
            </a:fld>
          </a:p>
        </p:txBody>
      </p:sp>
      <p:sp>
        <p:nvSpPr>
          <p:cNvPr id="6" name="PlaceHolder 5"/>
          <p:cNvSpPr>
            <a:spLocks noGrp="1"/>
          </p:cNvSpPr>
          <p:nvPr>
            <p:ph type="dt" idx="1"/>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 name="PlaceHolder 1"/>
          <p:cNvSpPr>
            <a:spLocks noGrp="1"/>
          </p:cNvSpPr>
          <p:nvPr>
            <p:ph type="title"/>
          </p:nvPr>
        </p:nvSpPr>
        <p:spPr>
          <a:xfrm>
            <a:off x="504000" y="226080"/>
            <a:ext cx="9071640" cy="946440"/>
          </a:xfrm>
          <a:prstGeom prst="rect">
            <a:avLst/>
          </a:prstGeom>
          <a:noFill/>
          <a:ln w="0">
            <a:noFill/>
          </a:ln>
        </p:spPr>
        <p:txBody>
          <a:bodyPr lIns="0" tIns="0" rIns="0" bIns="0" anchor="ctr">
            <a:noAutofit/>
          </a:bodyPr>
          <a:lstStyle>
            <a:lvl1pPr indent="0" algn="ctr">
              <a:buNone/>
              <a:defRPr lang="en-US" sz="4400" b="0" u="none" strike="noStrike">
                <a:solidFill>
                  <a:srgbClr val="000000"/>
                </a:solidFill>
                <a:effectLst/>
                <a:uFillTx/>
                <a:latin typeface="DejaVu Sans"/>
              </a:defRPr>
            </a:lvl1pPr>
          </a:lstStyle>
          <a:p>
            <a:pPr indent="0" algn="ctr">
              <a:buNone/>
            </a:pPr>
            <a:r>
              <a:rPr lang="en-US" sz="4400" b="0" u="none" strike="noStrike">
                <a:solidFill>
                  <a:srgbClr val="000000"/>
                </a:solidFill>
                <a:effectLst/>
                <a:uFillTx/>
                <a:latin typeface="DejaVu Sans"/>
              </a:rPr>
              <a:t>Click to edit the title text format</a:t>
            </a:r>
            <a:endParaRPr lang="en-US" sz="4400" b="0" u="none" strike="noStrike">
              <a:solidFill>
                <a:srgbClr val="000000"/>
              </a:solidFill>
              <a:effectLst/>
              <a:uFillTx/>
              <a:latin typeface="DejaVu Sans"/>
            </a:endParaRPr>
          </a:p>
        </p:txBody>
      </p:sp>
      <p:sp>
        <p:nvSpPr>
          <p:cNvPr id="3" name="PlaceHolder 2"/>
          <p:cNvSpPr>
            <a:spLocks noGrp="1"/>
          </p:cNvSpPr>
          <p:nvPr>
            <p:ph type="body"/>
          </p:nvPr>
        </p:nvSpPr>
        <p:spPr>
          <a:xfrm>
            <a:off x="504000" y="1326600"/>
            <a:ext cx="9071640" cy="328824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rgbClr val="000000"/>
                </a:solidFill>
                <a:effectLst/>
                <a:uFillTx/>
                <a:latin typeface="DejaVu Sans"/>
              </a:defRPr>
            </a:lvl1pPr>
            <a:lvl2pPr lvl="1" algn="l">
              <a:spcBef>
                <a:spcPts val="1134"/>
              </a:spcBef>
              <a:buClr>
                <a:srgbClr val="000000"/>
              </a:buClr>
              <a:buSzPct val="75000"/>
              <a:buFont typeface="Symbol" charset="2"/>
              <a:buChar char=""/>
              <a:defRPr lang="en-US" sz="2800" b="0" u="none" strike="noStrike">
                <a:solidFill>
                  <a:srgbClr val="000000"/>
                </a:solidFill>
                <a:effectLst/>
                <a:uFillTx/>
                <a:latin typeface="DejaVu Sans"/>
              </a:defRPr>
            </a:lvl2pPr>
            <a:lvl3pPr lvl="2" algn="l">
              <a:spcBef>
                <a:spcPts val="850"/>
              </a:spcBef>
              <a:buClr>
                <a:srgbClr val="000000"/>
              </a:buClr>
              <a:buSzPct val="45000"/>
              <a:buFont typeface="Wingdings" charset="2"/>
              <a:buChar char=""/>
              <a:defRPr lang="en-US" sz="2400" b="0" u="none" strike="noStrike">
                <a:solidFill>
                  <a:srgbClr val="000000"/>
                </a:solidFill>
                <a:effectLst/>
                <a:uFillTx/>
                <a:latin typeface="DejaVu Sans"/>
              </a:defRPr>
            </a:lvl3pPr>
            <a:lvl4pPr lvl="3" algn="l">
              <a:spcBef>
                <a:spcPts val="567"/>
              </a:spcBef>
              <a:buClr>
                <a:srgbClr val="000000"/>
              </a:buClr>
              <a:buSzPct val="75000"/>
              <a:buFont typeface="Symbol" charset="2"/>
              <a:buChar char=""/>
              <a:defRPr lang="en-US" sz="2000" b="0" u="none" strike="noStrike">
                <a:solidFill>
                  <a:srgbClr val="000000"/>
                </a:solidFill>
                <a:effectLst/>
                <a:uFillTx/>
                <a:latin typeface="DejaVu Sans"/>
              </a:defRPr>
            </a:lvl4pPr>
            <a:lvl5pPr lvl="4" algn="l">
              <a:spcBef>
                <a:spcPts val="283"/>
              </a:spcBef>
              <a:buClr>
                <a:srgbClr val="000000"/>
              </a:buClr>
              <a:buSzPct val="45000"/>
              <a:buFont typeface="Wingdings" charset="2"/>
              <a:buChar char=""/>
              <a:defRPr lang="en-US" sz="2000" b="0" u="none" strike="noStrike">
                <a:solidFill>
                  <a:srgbClr val="000000"/>
                </a:solidFill>
                <a:effectLst/>
                <a:uFillTx/>
                <a:latin typeface="DejaVu Sans"/>
              </a:defRPr>
            </a:lvl5pPr>
            <a:lvl6pPr lvl="5" algn="l">
              <a:spcBef>
                <a:spcPts val="283"/>
              </a:spcBef>
              <a:buClr>
                <a:srgbClr val="000000"/>
              </a:buClr>
              <a:buSzPct val="45000"/>
              <a:buFont typeface="Wingdings" charset="2"/>
              <a:buChar char=""/>
              <a:defRPr lang="en-US" sz="2000" b="0" u="none" strike="noStrike">
                <a:solidFill>
                  <a:srgbClr val="000000"/>
                </a:solidFill>
                <a:effectLst/>
                <a:uFillTx/>
                <a:latin typeface="DejaVu Sans"/>
              </a:defRPr>
            </a:lvl6pPr>
            <a:lvl7pPr lvl="6" algn="l">
              <a:spcBef>
                <a:spcPts val="283"/>
              </a:spcBef>
              <a:buClr>
                <a:srgbClr val="000000"/>
              </a:buClr>
              <a:buSzPct val="45000"/>
              <a:buFont typeface="Wingdings" charset="2"/>
              <a:buChar char=""/>
              <a:defRPr lang="en-US" sz="2000" b="0" u="none" strike="noStrike">
                <a:solidFill>
                  <a:srgbClr val="000000"/>
                </a:solidFill>
                <a:effectLst/>
                <a:uFillTx/>
                <a:latin typeface="DejaVu Sans"/>
              </a:defRPr>
            </a:lvl7pPr>
          </a:lstStyle>
          <a:p>
            <a:pPr marL="432000" indent="-324000" algn="l">
              <a:spcBef>
                <a:spcPts val="1417"/>
              </a:spcBef>
              <a:buClr>
                <a:srgbClr val="000000"/>
              </a:buClr>
              <a:buSzPct val="45000"/>
              <a:buFont typeface="Wingdings" charset="2"/>
              <a:buChar char=""/>
            </a:pPr>
            <a:r>
              <a:rPr lang="en-US" sz="3200" b="0" u="none" strike="noStrike">
                <a:solidFill>
                  <a:srgbClr val="000000"/>
                </a:solidFill>
                <a:effectLst/>
                <a:uFillTx/>
                <a:latin typeface="DejaVu Sans"/>
              </a:rPr>
              <a:t>Click to edit the outline text format</a:t>
            </a:r>
            <a:endParaRPr lang="en-US" sz="3200" b="0" u="none" strike="noStrike">
              <a:solidFill>
                <a:srgbClr val="000000"/>
              </a:solidFill>
              <a:effectLst/>
              <a:uFillTx/>
              <a:latin typeface="DejaVu Sans"/>
            </a:endParaRPr>
          </a:p>
          <a:p>
            <a:pPr marL="864000" lvl="1" indent="-324000" algn="l">
              <a:spcBef>
                <a:spcPts val="1134"/>
              </a:spcBef>
              <a:buClr>
                <a:srgbClr val="000000"/>
              </a:buClr>
              <a:buSzPct val="75000"/>
              <a:buFont typeface="Symbol" charset="2"/>
              <a:buChar char=""/>
            </a:pPr>
            <a:r>
              <a:rPr lang="en-US" sz="2800" b="0" u="none" strike="noStrike">
                <a:solidFill>
                  <a:srgbClr val="000000"/>
                </a:solidFill>
                <a:effectLst/>
                <a:uFillTx/>
                <a:latin typeface="DejaVu Sans"/>
              </a:rPr>
              <a:t>Second Outline Level</a:t>
            </a:r>
            <a:endParaRPr lang="en-US" sz="2800" b="0" u="none" strike="noStrike">
              <a:solidFill>
                <a:srgbClr val="000000"/>
              </a:solidFill>
              <a:effectLst/>
              <a:uFillTx/>
              <a:latin typeface="DejaVu Sans"/>
            </a:endParaRPr>
          </a:p>
          <a:p>
            <a:pPr marL="1296000" lvl="2" indent="-288000" algn="l">
              <a:spcBef>
                <a:spcPts val="850"/>
              </a:spcBef>
              <a:buClr>
                <a:srgbClr val="000000"/>
              </a:buClr>
              <a:buSzPct val="45000"/>
              <a:buFont typeface="Wingdings" charset="2"/>
              <a:buChar char=""/>
            </a:pPr>
            <a:r>
              <a:rPr lang="en-US" sz="2400" b="0" u="none" strike="noStrike">
                <a:solidFill>
                  <a:srgbClr val="000000"/>
                </a:solidFill>
                <a:effectLst/>
                <a:uFillTx/>
                <a:latin typeface="DejaVu Sans"/>
              </a:rPr>
              <a:t>Third Outline Level</a:t>
            </a:r>
            <a:endParaRPr lang="en-US" sz="2400" b="0" u="none" strike="noStrike">
              <a:solidFill>
                <a:srgbClr val="000000"/>
              </a:solidFill>
              <a:effectLst/>
              <a:uFillTx/>
              <a:latin typeface="DejaVu Sans"/>
            </a:endParaRPr>
          </a:p>
          <a:p>
            <a:pPr marL="1728000" lvl="3" indent="-216000" algn="l">
              <a:spcBef>
                <a:spcPts val="567"/>
              </a:spcBef>
              <a:buClr>
                <a:srgbClr val="000000"/>
              </a:buClr>
              <a:buSzPct val="75000"/>
              <a:buFont typeface="Symbol" charset="2"/>
              <a:buChar char=""/>
            </a:pPr>
            <a:r>
              <a:rPr lang="en-US" sz="2000" b="0" u="none" strike="noStrike">
                <a:solidFill>
                  <a:srgbClr val="000000"/>
                </a:solidFill>
                <a:effectLst/>
                <a:uFillTx/>
                <a:latin typeface="DejaVu Sans"/>
              </a:rPr>
              <a:t>Fourth Outline Level</a:t>
            </a:r>
            <a:endParaRPr lang="en-US" sz="2000" b="0" u="none" strike="noStrike">
              <a:solidFill>
                <a:srgbClr val="000000"/>
              </a:solidFill>
              <a:effectLst/>
              <a:uFillTx/>
              <a:latin typeface="DejaVu Sans"/>
            </a:endParaRPr>
          </a:p>
          <a:p>
            <a:pPr marL="2160000" lvl="4" indent="-216000" algn="l">
              <a:spcBef>
                <a:spcPts val="283"/>
              </a:spcBef>
              <a:buClr>
                <a:srgbClr val="000000"/>
              </a:buClr>
              <a:buSzPct val="45000"/>
              <a:buFont typeface="Wingdings" charset="2"/>
              <a:buChar char=""/>
            </a:pPr>
            <a:r>
              <a:rPr lang="en-US" sz="2000" b="0" u="none" strike="noStrike">
                <a:solidFill>
                  <a:srgbClr val="000000"/>
                </a:solidFill>
                <a:effectLst/>
                <a:uFillTx/>
                <a:latin typeface="DejaVu Sans"/>
              </a:rPr>
              <a:t>Fifth Outline Level</a:t>
            </a:r>
            <a:endParaRPr lang="en-US" sz="2000" b="0" u="none" strike="noStrike">
              <a:solidFill>
                <a:srgbClr val="000000"/>
              </a:solidFill>
              <a:effectLst/>
              <a:uFillTx/>
              <a:latin typeface="DejaVu Sans"/>
            </a:endParaRPr>
          </a:p>
          <a:p>
            <a:pPr marL="2592000" lvl="5" indent="-216000" algn="l">
              <a:spcBef>
                <a:spcPts val="283"/>
              </a:spcBef>
              <a:buClr>
                <a:srgbClr val="000000"/>
              </a:buClr>
              <a:buSzPct val="45000"/>
              <a:buFont typeface="Wingdings" charset="2"/>
              <a:buChar char=""/>
            </a:pPr>
            <a:r>
              <a:rPr lang="en-US" sz="2000" b="0" u="none" strike="noStrike">
                <a:solidFill>
                  <a:srgbClr val="000000"/>
                </a:solidFill>
                <a:effectLst/>
                <a:uFillTx/>
                <a:latin typeface="DejaVu Sans"/>
              </a:rPr>
              <a:t>Sixth Outline Level</a:t>
            </a:r>
            <a:endParaRPr lang="en-US" sz="2000" b="0" u="none" strike="noStrike">
              <a:solidFill>
                <a:srgbClr val="000000"/>
              </a:solidFill>
              <a:effectLst/>
              <a:uFillTx/>
              <a:latin typeface="DejaVu Sans"/>
            </a:endParaRPr>
          </a:p>
          <a:p>
            <a:pPr marL="3024000" lvl="6" indent="-216000" algn="l">
              <a:spcBef>
                <a:spcPts val="283"/>
              </a:spcBef>
              <a:buClr>
                <a:srgbClr val="000000"/>
              </a:buClr>
              <a:buSzPct val="45000"/>
              <a:buFont typeface="Wingdings" charset="2"/>
              <a:buChar char=""/>
            </a:pPr>
            <a:r>
              <a:rPr lang="en-US" sz="2000" b="0" u="none" strike="noStrike">
                <a:solidFill>
                  <a:srgbClr val="000000"/>
                </a:solidFill>
                <a:effectLst/>
                <a:uFillTx/>
                <a:latin typeface="DejaVu Sans"/>
              </a:rPr>
              <a:t>Seventh Outline Level</a:t>
            </a:r>
            <a:endParaRPr lang="en-US" sz="2000" b="0" u="none" strike="noStrike">
              <a:solidFill>
                <a:srgbClr val="000000"/>
              </a:solidFill>
              <a:effectLst/>
              <a:uFillTx/>
              <a:latin typeface="DejaVu Sans"/>
            </a:endParaRPr>
          </a:p>
        </p:txBody>
      </p:sp>
      <p:sp>
        <p:nvSpPr>
          <p:cNvPr id="4" name="PlaceHolder 3"/>
          <p:cNvSpPr>
            <a:spLocks noGrp="1"/>
          </p:cNvSpPr>
          <p:nvPr>
            <p:ph type="dt" idx="1"/>
          </p:nvPr>
        </p:nvSpPr>
        <p:spPr>
          <a:xfrm>
            <a:off x="504000" y="5165280"/>
            <a:ext cx="2348280" cy="390600"/>
          </a:xfrm>
          <a:prstGeom prst="rect">
            <a:avLst/>
          </a:prstGeom>
          <a:noFill/>
          <a:ln w="0">
            <a:noFill/>
          </a:ln>
        </p:spPr>
        <p:txBody>
          <a:bodyPr lIns="0" tIns="0" rIns="0" bIns="0" anchor="t">
            <a:noAutofit/>
          </a:bodyPr>
          <a:lstStyle>
            <a:lvl1pPr indent="0" algn="l">
              <a:buNone/>
              <a:defRPr lang="en-US" sz="1400" b="0" u="none" strike="noStrike">
                <a:solidFill>
                  <a:srgbClr val="000000"/>
                </a:solidFill>
                <a:effectLst/>
                <a:uFillTx/>
                <a:latin typeface="DejaVu Serif"/>
              </a:defRPr>
            </a:lvl1pPr>
          </a:lstStyle>
          <a:p>
            <a:pPr indent="0" algn="l">
              <a:buNone/>
            </a:pPr>
            <a:r>
              <a:rPr lang="en-US" sz="1400" b="0" u="none" strike="noStrike">
                <a:solidFill>
                  <a:srgbClr val="000000"/>
                </a:solidFill>
                <a:effectLst/>
                <a:uFillTx/>
                <a:latin typeface="DejaVu Serif"/>
              </a:rPr>
              <a:t>&lt;date/time&gt;</a:t>
            </a:r>
            <a:endParaRPr lang="en-US" sz="1400" b="0" u="none" strike="noStrike">
              <a:solidFill>
                <a:srgbClr val="000000"/>
              </a:solidFill>
              <a:effectLst/>
              <a:uFillTx/>
              <a:latin typeface="DejaVu Serif"/>
            </a:endParaRPr>
          </a:p>
        </p:txBody>
      </p:sp>
      <p:sp>
        <p:nvSpPr>
          <p:cNvPr id="5" name="PlaceHolder 4"/>
          <p:cNvSpPr>
            <a:spLocks noGrp="1"/>
          </p:cNvSpPr>
          <p:nvPr>
            <p:ph type="ftr" idx="2"/>
          </p:nvPr>
        </p:nvSpPr>
        <p:spPr>
          <a:xfrm>
            <a:off x="3447360" y="5165280"/>
            <a:ext cx="3195000" cy="390600"/>
          </a:xfrm>
          <a:prstGeom prst="rect">
            <a:avLst/>
          </a:prstGeom>
          <a:noFill/>
          <a:ln w="0">
            <a:noFill/>
          </a:ln>
        </p:spPr>
        <p:txBody>
          <a:bodyPr lIns="0" tIns="0" rIns="0" bIns="0" anchor="t">
            <a:noAutofit/>
          </a:bodyPr>
          <a:lstStyle>
            <a:lvl1pPr indent="0" algn="ctr">
              <a:buNone/>
              <a:defRPr lang="en-US" sz="1400" b="0" u="none" strike="noStrike">
                <a:solidFill>
                  <a:srgbClr val="000000"/>
                </a:solidFill>
                <a:effectLst/>
                <a:uFillTx/>
                <a:latin typeface="DejaVu Serif"/>
              </a:defRPr>
            </a:lvl1pPr>
          </a:lstStyle>
          <a:p>
            <a:pPr indent="0" algn="ctr">
              <a:buNone/>
            </a:pPr>
            <a:r>
              <a:rPr lang="en-US" sz="1400" b="0" u="none" strike="noStrike">
                <a:solidFill>
                  <a:srgbClr val="000000"/>
                </a:solidFill>
                <a:effectLst/>
                <a:uFillTx/>
                <a:latin typeface="DejaVu Serif"/>
              </a:rPr>
              <a:t>&lt;footer&gt;</a:t>
            </a:r>
            <a:endParaRPr lang="en-US" sz="1400" b="0" u="none" strike="noStrike">
              <a:solidFill>
                <a:srgbClr val="000000"/>
              </a:solidFill>
              <a:effectLst/>
              <a:uFillTx/>
              <a:latin typeface="DejaVu Serif"/>
            </a:endParaRPr>
          </a:p>
        </p:txBody>
      </p:sp>
      <p:sp>
        <p:nvSpPr>
          <p:cNvPr id="6" name="PlaceHolder 5"/>
          <p:cNvSpPr>
            <a:spLocks noGrp="1"/>
          </p:cNvSpPr>
          <p:nvPr>
            <p:ph type="sldNum" idx="3"/>
          </p:nvPr>
        </p:nvSpPr>
        <p:spPr>
          <a:xfrm>
            <a:off x="7227360" y="5165280"/>
            <a:ext cx="2348280" cy="39060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DejaVu Serif"/>
              </a:defRPr>
            </a:lvl1pPr>
          </a:lstStyle>
          <a:p>
            <a:pPr indent="0" algn="r">
              <a:buNone/>
            </a:pPr>
            <a:fld id="{1BF39446-2F66-435D-9FCD-8E70232C112F}" type="slidenum">
              <a:rPr lang="en-US" sz="1400" b="0" u="none" strike="noStrike">
                <a:solidFill>
                  <a:srgbClr val="000000"/>
                </a:solidFill>
                <a:effectLst/>
                <a:uFillTx/>
                <a:latin typeface="DejaVu Serif"/>
              </a:rPr>
              <a:t>&lt;number&gt;</a:t>
            </a:fld>
            <a:endParaRPr lang="en-US" sz="1400" b="0" u="none" strike="noStrike">
              <a:solidFill>
                <a:srgbClr val="000000"/>
              </a:solidFill>
              <a:effectLst/>
              <a:uFillTx/>
              <a:latin typeface="DejaVu Serif"/>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 name=""/>
          <p:cNvPicPr/>
          <p:nvPr/>
        </p:nvPicPr>
        <p:blipFill>
          <a:blip r:embed="rId1"/>
          <a:stretch/>
        </p:blipFill>
        <p:spPr>
          <a:xfrm>
            <a:off x="685800" y="19800"/>
            <a:ext cx="8530200" cy="3866400"/>
          </a:xfrm>
          <a:prstGeom prst="rect">
            <a:avLst/>
          </a:prstGeom>
          <a:noFill/>
          <a:ln w="0">
            <a:noFill/>
          </a:ln>
        </p:spPr>
      </p:pic>
      <p:sp>
        <p:nvSpPr>
          <p:cNvPr id="10" name=""/>
          <p:cNvSpPr txBox="1"/>
          <p:nvPr/>
        </p:nvSpPr>
        <p:spPr>
          <a:xfrm>
            <a:off x="685800" y="4114800"/>
            <a:ext cx="8686800" cy="1569960"/>
          </a:xfrm>
          <a:prstGeom prst="rect">
            <a:avLst/>
          </a:prstGeom>
          <a:noFill/>
          <a:ln w="0">
            <a:noFill/>
          </a:ln>
        </p:spPr>
        <p:txBody>
          <a:bodyPr lIns="90000" tIns="45000" rIns="90000" bIns="45000" anchor="t">
            <a:spAutoFit/>
          </a:bodyPr>
          <a:p>
            <a:r>
              <a:rPr lang="en-US" sz="1200" b="0" u="none" strike="noStrike">
                <a:solidFill>
                  <a:srgbClr val="000000"/>
                </a:solidFill>
                <a:effectLst/>
                <a:uFillTx/>
                <a:latin typeface="DejaVu Sans"/>
              </a:rPr>
              <a:t>Theoretical localization bounds for intensity-based z-estimation. The photon-limited Cramér-Rao Lower Bound (blue dashed line) establishes that spatial uncertainty scales with the square root of the update rate (∝ √f), with the absolute vertical offset determined primarily by the numerical aperture (NA). At lower update rates, the event-based imaging model (grey dashed line) diverges from the photon limit and is restricted by a quantization floor (red dashed line). This floor imposes a fundamental limit on maximum achievable accuracy due to the loss of information between event thresholds (τ). Minor deviations at extreme high update rates are attributed to numerical instability during the Fisher Information matrix inversion.</a:t>
            </a:r>
            <a:endParaRPr lang="en-US" sz="1200" b="0" u="none" strike="noStrike">
              <a:solidFill>
                <a:srgbClr val="000000"/>
              </a:solidFill>
              <a:effectLst/>
              <a:uFillTx/>
              <a:latin typeface="DejaVu Sans"/>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3</TotalTime>
  <Application>LibreOffice/26.2.3.2$Linux_X86_64 LibreOffice_project/620$Build-2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2026-05-11T12:14:02Z</dcterms:created>
  <dc:creator/>
  <dc:description/>
  <dc:language>en-US</dc:language>
  <cp:lastModifiedBy/>
  <dcterms:modified xsi:type="dcterms:W3CDTF">2026-05-11T12:28:06Z</dcterms:modified>
  <cp:revision>1</cp:revision>
  <dc:subject/>
  <dc:title/>
</cp:coreProperties>
</file>
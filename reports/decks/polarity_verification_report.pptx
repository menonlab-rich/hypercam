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summary: all four shared claims verify against Shah et al. The new instrumented sweep shows the strong negative short-time correlation was a polarity-folding artifact, not physics. Switching to the paper's ON−OFF binning strengthens the converged signal from 0.61 to 0.78 and pushes green-red to 0.90 — 80% similarity is now reached, contradicting our earlier conclusion #3. 16 ms is measured as the lower edge of detectability at 1 ms accumulation. Two diagnostics need a fix before the next deck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signed mode is not a new metric — it is the paper's own measurement model. The earlier sweeps folded both polarities into one count, which the paper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 on row 2: the paper never states 1 ms per refresh cycle. Its own numbers (1000 accumulated frames/s; 10 kHz → 625 FPS with 16-frame bins) imply 1–1.6 ms per bin. Our real-world prototype demo in S1 uses 1 ms bins without 16-frame accumulation. Treat '16 ms' as our reading, and the claim as verified only in the detectability-edge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signed cells are not exactly zero because the union-support mask biases two sparse frames toward slight anti-correlation. Magnitude ≤ 0.11 and non-monotonic — noise-level wobble, not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improvement is expected from the paper's model: signed frames approximate the log-intensity change itself, while folded counts mix the pattern with a polarity-independent activity map. This upgrades the log-intensity claim from 'consistent with the paper' to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direct measurement of the claim that 16 × 1 ms is 'the very limit of discernibility'. Supported as a lower edge; state it with the effect-size caveat. The flagged rows below 50 ms reproducibly wobble around zero with both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panels are 0.1 ms, 1 ms and 100 ms accumulation — the independence of the curves' shape from accumulation interval is the visual form of 'total averaged time is what matters'.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earlier degradation result is real under the old transform but should be attributed to the transform, not to wavelength physics. Keep the monotonicity claim, drop the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 ms claim does not depend on the ceiling — it uses the t-test only. The ceiling matters for the 'are we noise-limited or signal-limited' question and for the next deck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matters: the ceiling fix (1) should land before the re-runs (2) so the new sweeps carry a usable ceiling. Items 3–5 can then reuse the fixed instrument.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Signed-Polarity Spectral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D7EE"/>
                </a:solidFill>
              </a:rPr>
              <a:t>Verifying our results against Shah et al., CodedEvents (CVPR 2024) — and what the fine-grid sweep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EA9DB"/>
                </a:solidFill>
              </a:rPr>
              <a:t>Hypercam spectral correlation · verification report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Scope: what was verified, and with what instrument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Paper evidence:  </a:t>
            </a:r>
            <a:r>
              <a:rPr sz="1600" b="0">
                <a:solidFill>
                  <a:srgbClr val="333333"/>
                </a:solidFill>
              </a:rPr>
              <a:t>paper + supplement extracted and read (S1–S4, Tables 1/3/4, Figs. 2/11–13); all quoted numbers taken from the text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Results audited:  </a:t>
            </a:r>
            <a:r>
              <a:rPr sz="1600" b="0">
                <a:solidFill>
                  <a:srgbClr val="333333"/>
                </a:solidFill>
              </a:rPr>
              <a:t>all folders — spectral / gaussian / no_filter laser scans, LCD circle RGB (raw + filtered), and the three duration-sweep variants (min1 / min5 / unmasked)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New instrument:  </a:t>
            </a:r>
            <a:r>
              <a:rPr sz="1600" b="0">
                <a:solidFill>
                  <a:srgbClr val="333333"/>
                </a:solidFill>
              </a:rPr>
              <a:t>duration × accumulation sweep upgraded — fine 12/14/16/18/20/22 ms grid, ± polarity split, split-half noise ceiling with Student-t discernibility per pair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Signed polarity:  </a:t>
            </a:r>
            <a:r>
              <a:rPr sz="1600" b="0">
                <a:solidFill>
                  <a:srgbClr val="333333"/>
                </a:solidFill>
              </a:rPr>
              <a:t>each window accumulates ON − OFF per pixel with sign-preserving log1p — exactly the paper's binned event frame ≈ Δlog I / T (Supplement S4, |error| &lt; 1)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Data:  </a:t>
            </a:r>
            <a:r>
              <a:rPr sz="1600" b="0">
                <a:solidFill>
                  <a:srgbClr val="333333"/>
                </a:solidFill>
              </a:rPr>
              <a:t>5 s circle_blue / green / red recordings, 720 × 1280 EVT3, crop + 64 px high-pass + support-masked Pearson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Verification verdicts on the four shared claims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023360"/>
                <a:gridCol w="402336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Claim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Shah et al. (CVPR 2024)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Our results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Binned frames recreate the log-intensity change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Proven (Supp. S4; Fig. 2): binned frame = Δlog I / T ± 1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Signed binning raises converged r 0.61 → 0.78 — verified, now demonstrated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Success at 16 refresh cycles (16 × 1 ms?)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16 cycles stated; 10 kHz refresh ⇒ 1.6 ms/bin, so 16 ms is our interpretation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First positive reproducible r at 14–16 ms (1 ms acc.) — supported as a detectability edge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CRLB-loss inverse design behaves ideally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NPM: CRB 33.1 nm (best of 5), tracking RMSE 51.2 nm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DoE artifacts are not in this workspace — not checkable here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Multiple accumulated frames strictly required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Without accumulation: RMSE +45% (NPM), +54% (NAM)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≥5-frame floor (deviation ≤0.075); 1–2 frames break down (up to ~0.74)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Finding 1 — the −0.99 short-time regime was polarity folding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58521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Total averaged time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ON+OFF (old)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ON−OFF (paper)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1–2 ms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−0.996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−0.112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25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−0.708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−0.013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50 ms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−0.253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+0.011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100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−0.163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−0.004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20840" y="15544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Artifact confirmed:  </a:t>
            </a:r>
            <a:r>
              <a:rPr sz="1400" b="0">
                <a:solidFill>
                  <a:srgbClr val="333333"/>
                </a:solidFill>
              </a:rPr>
              <a:t>the strong negative cross-color r below 25 ms exists only when ON and OFF are folded into one count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Not spectral physics:  </a:t>
            </a:r>
            <a:r>
              <a:rPr sz="1400" b="0">
                <a:solidFill>
                  <a:srgbClr val="333333"/>
                </a:solidFill>
              </a:rPr>
              <a:t>under the paper's pos−neg binning the same cells sit at ~0 — the September deck's 'disjoint event spikes' hypothesis was right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Consequence:  </a:t>
            </a:r>
            <a:r>
              <a:rPr sz="1400" b="0">
                <a:solidFill>
                  <a:srgbClr val="333333"/>
                </a:solidFill>
              </a:rPr>
              <a:t>any conclusion drawn from the negative branch (e.g. 'disjoint event patterns') described the transform, not the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Mean cross-color Pearson r, ON+OFF vs ON−OFF (signed), matched durations.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Finding 2 — signed polarity strengthens the signal at every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uration_accumulat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064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Converged signal up:  </a:t>
            </a:r>
            <a:r>
              <a:rPr sz="1400" b="0">
                <a:solidFill>
                  <a:srgbClr val="333333"/>
                </a:solidFill>
              </a:rPr>
              <a:t>mean cross-color r 0.612 → 0.784 at 5 s (1 ms acc.); every duration ≥ 0.5 s improves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Green–red hits 0.897:  </a:t>
            </a:r>
            <a:r>
              <a:rPr sz="1400" b="0">
                <a:solidFill>
                  <a:srgbClr val="333333"/>
                </a:solidFill>
              </a:rPr>
              <a:t>pair ordering now tracks wavelength separation (green–red &gt; blue–red &gt; blue–green)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80% threshold reached:  </a:t>
            </a:r>
            <a:r>
              <a:rPr sz="1400" b="0">
                <a:solidFill>
                  <a:srgbClr val="333333"/>
                </a:solidFill>
              </a:rPr>
              <a:t>green–red crosses 0.8 between 2 s and 5 s — the September deck's conclusion #3 ('max 0.62, 80% never reached') is falsified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16 ms grid line:  </a:t>
            </a:r>
            <a:r>
              <a:rPr sz="1400" b="0">
                <a:solidFill>
                  <a:srgbClr val="333333"/>
                </a:solidFill>
              </a:rPr>
              <a:t>the dotted line marks 16 × 1 ms — the paper's bin structure, now a measured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Finding 3 — 16 ms is the lower edge of detectability (1 ms acc.)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035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463040"/>
                <a:gridCol w="146304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blue–green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blue–red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green–red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10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−0.006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−0.005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−0.059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12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+0.003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+0.010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−0.033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14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+0.010 (t=+7.5)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+0.024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−0.029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16 ms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+0.006 (t=+4.8)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+0.017 (t=+3.3)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−0.048 (t=−11.2)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18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+0.000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+0.005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−0.056 (t=−6.3)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25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+0.004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+0.010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−0.054 (t=−5.6)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</a:rPr>
                        <a:t>50 ms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+0.008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−0.008 (ns)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+0.034 (t=+14.8)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4630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Holds as an edge:  </a:t>
            </a:r>
            <a:r>
              <a:rPr sz="1400" b="0">
                <a:solidFill>
                  <a:srgbClr val="333333"/>
                </a:solidFill>
              </a:rPr>
              <a:t>16 frames × 1 ms is the first duration with reproducible positive cross-color structure (14–16 ms); 10–12 ms shows nothing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Honest caveats:  </a:t>
            </a:r>
            <a:r>
              <a:rPr sz="1400" b="0">
                <a:solidFill>
                  <a:srgbClr val="333333"/>
                </a:solidFill>
              </a:rPr>
              <a:t>effect size r ≈ 0.006–0.024 — a hint, not usable signal; flags flicker again by 18–25 ms; the green–red flag at 16 ms is negative anti-structure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Usable signal:  </a:t>
            </a:r>
            <a:r>
              <a:rPr sz="1400" b="0">
                <a:solidFill>
                  <a:srgbClr val="333333"/>
                </a:solidFill>
              </a:rPr>
              <a:t>needs 0.5–1 s of total averaged time (r ≥ 0.16 → 0.36)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Signed sweep, 1 ms accumulation column. ns = not significant at 95% (Student-t across replicates).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Discernibility vs total averaged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cerni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3167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Panel rule:  </a:t>
            </a:r>
            <a:r>
              <a:rPr sz="1400" b="0">
                <a:solidFill>
                  <a:srgbClr val="333333"/>
                </a:solidFill>
              </a:rPr>
              <a:t>filled = significant across interleaved replicates (95% t); error bars = 95% CI; dashed = split-half noise ceiling (see open issue)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Read:  </a:t>
            </a:r>
            <a:r>
              <a:rPr sz="1400" b="0">
                <a:solidFill>
                  <a:srgbClr val="333333"/>
                </a:solidFill>
              </a:rPr>
              <a:t>positive reproducible structure appears at the 16 ms line and grows monotonically with total averaged time, independent of accumulation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Finding 4 — the accumulation-time story is reframed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5 s total, 0.1 → 100 ms acc.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ON+OFF (old)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ON−OFF (paper)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r at 0.1 ms / 100 ms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0.614 / 0.543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0.785 / 0.780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Spread (relative)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0.072  (11.6%)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0.005  (0.65%)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Verdict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strong degradation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near-independent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20840" y="15544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Claim 1 — strengthened:  </a:t>
            </a:r>
            <a:r>
              <a:rPr sz="1400" b="0">
                <a:solidFill>
                  <a:srgbClr val="333333"/>
                </a:solidFill>
              </a:rPr>
              <a:t>per-frame accumulation time is close to a free choice; total averaged time is the operative variable (needs ~0.5–1 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Claim 2 — deflated:  </a:t>
            </a:r>
            <a:r>
              <a:rPr sz="1400" b="0">
                <a:solidFill>
                  <a:srgbClr val="333333"/>
                </a:solidFill>
              </a:rPr>
              <a:t>the strong 'signal degrades with longer accumulation' result was mostly a folding artifact; under signed polarity it is monotonic but ~20× weaker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What the paper has not shown:  </a:t>
            </a:r>
            <a:r>
              <a:rPr sz="1400" b="0">
                <a:solidFill>
                  <a:srgbClr val="333333"/>
                </a:solidFill>
              </a:rPr>
              <a:t>still true for both — the paper never varies per-frame bin time at fixed total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Open issue — the split-half ceiling breaks under signed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Symptom:  </a:t>
            </a:r>
            <a:r>
              <a:rPr sz="1600" b="0">
                <a:solidFill>
                  <a:srgbClr val="333333"/>
                </a:solidFill>
              </a:rPr>
              <a:t>within-recording reliability is negative almost everywhere (blue/green/red −0.27/−0.36/−1.24 at 16 ms; worst ceiling −5.6 at 1 s), so Spearman-Brown correction is undefined and fraction-of-ceiling is meaningless (the one defined value, 3.99, is nonsense)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Cause:  </a:t>
            </a:r>
            <a:r>
              <a:rPr sz="1600" b="0">
                <a:solidFill>
                  <a:srgbClr val="333333"/>
                </a:solidFill>
              </a:rPr>
              <a:t>interleaved odd/even windows of signed frames systematically anti-correlate (raw part-r down to ≈ −0.7) — opposite-phase windows, consistent with ON-burst/OFF-burst alternation or a display PWM/blink period commensurate with the window grid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What still works:  </a:t>
            </a:r>
            <a:r>
              <a:rPr sz="1600" b="0">
                <a:solidFill>
                  <a:srgbClr val="333333"/>
                </a:solidFill>
              </a:rPr>
              <a:t>the replicate Student-t discernibility test and the SEM error bars — the ceiling line in the curves figure is the only casualty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</a:rPr>
              <a:t>Planned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</a:rPr>
              <a:t>•  Contiguous split mode:  </a:t>
            </a:r>
            <a:r>
              <a:rPr sz="1500" b="0">
                <a:solidFill>
                  <a:srgbClr val="333333"/>
                </a:solidFill>
              </a:rPr>
              <a:t>first half vs second half of the windows — each half spans whole blink cycles, restoring positive part-reliability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</a:rPr>
              <a:t>•  Sign-aware flags:  </a:t>
            </a:r>
            <a:r>
              <a:rPr sz="1500" b="0">
                <a:solidFill>
                  <a:srgbClr val="333333"/>
                </a:solidFill>
              </a:rPr>
              <a:t>report discernible-positive and discernible-negative separately, so 'first structure' and 'first shared structure' stop being conflated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Recommendations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1.  Implement the ceiling fix:  </a:t>
            </a:r>
            <a:r>
              <a:rPr sz="1600" b="0">
                <a:solidFill>
                  <a:srgbClr val="333333"/>
                </a:solidFill>
              </a:rPr>
              <a:t>contiguous split mode + sign-aware discernibility flags, then re-run the signed fine sweep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2.  Complete the polarity split:  </a:t>
            </a:r>
            <a:r>
              <a:rPr sz="1600" b="0">
                <a:solidFill>
                  <a:srgbClr val="333333"/>
                </a:solidFill>
              </a:rPr>
              <a:t>fine-grid runs for ON+OFF (both), ON-only, OFF-only — the comparison table above uses the old coarse grid for the old transform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3.  Regenerate the main matrices signed:  </a:t>
            </a:r>
            <a:r>
              <a:rPr sz="1600" b="0">
                <a:solidFill>
                  <a:srgbClr val="333333"/>
                </a:solidFill>
              </a:rPr>
              <a:t>500-frame results move from 0.54–0.67 to ~0.71–0.90; the stakeholder deck's conclusions #3–#5 need updating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4.  Characterize the anti-phase source:  </a:t>
            </a:r>
            <a:r>
              <a:rPr sz="1600" b="0">
                <a:solidFill>
                  <a:srgbClr val="333333"/>
                </a:solidFill>
              </a:rPr>
              <a:t>A/B interleaved vs contiguous splits isolates the display PWM/blink periodicity behind the negative reliability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5.  Push past the mean threshold:  </a:t>
            </a:r>
            <a:r>
              <a:rPr sz="1600" b="0">
                <a:solidFill>
                  <a:srgbClr val="333333"/>
                </a:solidFill>
              </a:rPr>
              <a:t>green–red is already ≥ 0.8; recordings ≥ 6 s should carry the mean past 0.8 too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6.  Keep the operating envelope:  </a:t>
            </a:r>
            <a:r>
              <a:rPr sz="1600" b="0">
                <a:solidFill>
                  <a:srgbClr val="333333"/>
                </a:solidFill>
              </a:rPr>
              <a:t>≥5 accumulated frames, ≥0.5–1 s total averaged time, any frame rate 10–10,000 FPS; 16 ms remains the detectability edge, not an operating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polarity verification report · September 2026   ·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Polarity verification — Shah et al. (CVPR 2024) vs hypercam results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